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27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2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6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6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59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0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1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35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1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8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7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14C791-CD88-4D83-97F4-78C8F1B15B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3901A66-F486-4F36-B7E6-7EDE1377077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7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9D36-9E22-1675-D68D-2379399795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4B00B-DA9B-6F65-9127-B6748CC26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5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94F6-87E8-1BDC-0E3F-D5CDF212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A6DF-149A-03D2-9E86-E22049BE9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87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72E7-F380-DF7B-2CE2-4CACE489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2DB1-3D23-B81C-7713-087B8E4C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94A9-65D1-989E-033C-40F94EC3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60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00AA-E1E8-1975-2EF2-BC818609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475C-A3E8-0C35-0930-92D758A9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DC8B0-174D-9ABF-E92A-1D0DD104B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669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64EB-4E94-E57A-9158-5E21BB22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FF34-6751-6972-CAE3-C858C774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276D5-0ECB-80BB-76BA-AA8F6A9F5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55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465D-BD5F-8EB4-D370-4E5D488F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F899-C8A7-B932-F423-62147FC3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18C3-86B0-BE69-C3E2-F74308B8F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69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8398A-DECB-C414-24FB-E9258DA0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0FCD-4828-628B-1F3A-0551D27C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9549D-CBC7-B31B-80BE-9FE716CF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FB94-5969-ACE7-3F3E-EE6916AB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FDF4-6A86-A1A0-DE8D-D707C645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67F05-ABE8-924D-92DF-37470E02A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DBD3-603C-D4F7-6AB3-D2B241F9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AFE53-E5D7-B99A-9F78-B7782678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3F838-3746-EE33-D91C-18B9D7EB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9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17CB9-EB89-F21F-BD2D-FFC781D8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031D-E50D-C234-D7EA-84942C2A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BBF2-4D61-1ACE-A2C0-DA374A30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66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D2A-6158-007B-EB8E-8FC04B5D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C65E-292C-5A05-2D6E-5BB067C6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C60EE-35A4-17B6-AE41-88F14BFF2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2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1281-5EAB-9FDC-608F-8973F86C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3CF7-3234-D187-FDBA-19157BC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4B08-FFFF-1988-32E8-AFAD2C6E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245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8D03-6B41-5936-3F9A-CFD3AB87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B206-6B99-EDB8-D969-96CC4B3D4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EDBA-8DD9-B290-CE8E-85197BC9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8411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C4D0DA1A6A849AD2FD46C5E8B1EEF" ma:contentTypeVersion="4" ma:contentTypeDescription="Create a new document." ma:contentTypeScope="" ma:versionID="8cad971c2cf10d6f5f00c1d8c858ea98">
  <xsd:schema xmlns:xsd="http://www.w3.org/2001/XMLSchema" xmlns:xs="http://www.w3.org/2001/XMLSchema" xmlns:p="http://schemas.microsoft.com/office/2006/metadata/properties" xmlns:ns3="f36a2e7a-08ab-4ba1-8832-77a86b7258e1" targetNamespace="http://schemas.microsoft.com/office/2006/metadata/properties" ma:root="true" ma:fieldsID="a31a0038c85f4a6613d05bc92e346a58" ns3:_="">
    <xsd:import namespace="f36a2e7a-08ab-4ba1-8832-77a86b7258e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a2e7a-08ab-4ba1-8832-77a86b7258e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D53CB6-EE91-4530-BCE8-2BF42D4C2A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6a2e7a-08ab-4ba1-8832-77a86b725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D54E78-D1E0-420F-AB8D-56305E9D31FE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f36a2e7a-08ab-4ba1-8832-77a86b7258e1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6048E23-B2DE-4D20-9EE8-00D7572726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Alexander Mersereau</dc:creator>
  <cp:lastModifiedBy>Ryan Alexander Mersereau</cp:lastModifiedBy>
  <cp:revision>2</cp:revision>
  <dcterms:created xsi:type="dcterms:W3CDTF">2026-04-28T03:24:57Z</dcterms:created>
  <dcterms:modified xsi:type="dcterms:W3CDTF">2026-04-28T03:37:17Z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0x0101007A2C4D0DA1A6A849AD2FD46C5E8B1EEF</vt:lpwstr>
  </property>
</Properties>
</file>